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7" r:id="rId2"/>
    <p:sldId id="288" r:id="rId3"/>
    <p:sldId id="289" r:id="rId4"/>
    <p:sldId id="270" r:id="rId5"/>
    <p:sldId id="285" r:id="rId6"/>
    <p:sldId id="286" r:id="rId7"/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FF"/>
    <a:srgbClr val="9900FF"/>
    <a:srgbClr val="CC99FF"/>
    <a:srgbClr val="00FFFF"/>
    <a:srgbClr val="FF99FF"/>
    <a:srgbClr val="FBFBFB"/>
    <a:srgbClr val="FF9900"/>
    <a:srgbClr val="008000"/>
    <a:srgbClr val="F6BC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41" autoAdjust="0"/>
  </p:normalViewPr>
  <p:slideViewPr>
    <p:cSldViewPr>
      <p:cViewPr varScale="1">
        <p:scale>
          <a:sx n="83" d="100"/>
          <a:sy n="83" d="100"/>
        </p:scale>
        <p:origin x="34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D0139-B64F-4A60-A8E1-E6C613B97F89}" type="datetimeFigureOut">
              <a:rPr lang="en-PH" smtClean="0"/>
              <a:t>07/01/2025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3EF94-9593-41BE-8771-3BC7844F883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665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3EF94-9593-41BE-8771-3BC7844F883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127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3E7D7-1440-493C-BE59-D0B613F3D88C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44355-0711-40D6-B778-B5B1AEB884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evalfelor@pricon.p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1"/>
            <a:ext cx="12193057" cy="16763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" y="2908280"/>
            <a:ext cx="10896600" cy="34163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Position:  ACCOUNTING &amp; </a:t>
            </a:r>
            <a:r>
              <a:rPr lang="en-US" b="1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PAYROLL MANAGER 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(CPA)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Qualifications: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*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Graduate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BSC Major in Accounting or BSA (preferably a CPA)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With at least 3 years relevant/managerial work experience, preferably in a manufacturing environment.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With good oral and written communication skills.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Knowledge in administrative functions and cross-functional activities.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Analytical, couple with strong orientation on production processes. Highly develop computer skills.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Can work well with people in all levels.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Primarily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responsible for the preparation of the financial statement for review of the department head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director-in-charge.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 Ensure timely submission of reports to PEZA, BIR, NSO, Central Bank and other government agencies.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9" y="1691833"/>
            <a:ext cx="1600729" cy="110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1"/>
            <a:ext cx="12193057" cy="16763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76400" y="2603480"/>
            <a:ext cx="9601200" cy="34163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Position:  PLANNING MANAGER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Qualifications: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lvl="0">
              <a:buFont typeface="Wingdings" pitchFamily="2" charset="2"/>
              <a:buChar char="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Graduate of BS Industrial Engineering or Accounting or any Management course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Female, with at least 3 year experience in the field in of Production Planning and Control.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critical thinking and decision making ability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Knowledgeable in computer application (MS Excel formulas), QC Tools, and PDCA of .  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Problem Solving, YPICS systems and SAP system.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Analytical and resource oriented.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Provide detailed direction on Production Planning and Control to ensure compliance        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   with the requirements. </a:t>
            </a:r>
          </a:p>
          <a:p>
            <a:pPr lvl="0"/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" y="1676400"/>
            <a:ext cx="1637948" cy="10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1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9" y="1"/>
            <a:ext cx="12193057" cy="21335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752600" y="2707481"/>
            <a:ext cx="9525000" cy="397031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Position:  PROCESS SR. ENGINEER</a:t>
            </a:r>
          </a:p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Qualifications: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lvl="0">
              <a:buFont typeface="Wingdings" pitchFamily="2" charset="2"/>
              <a:buChar char="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graduate (preferably ME, Electrical, Electronics, Mechatronics).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3 years experience as process engineer.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With experience related to problem solving methodology, customer claims investigation,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  auditing and reporting.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With knowledge in ISO standard (ISO 9001, IATF 16949).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With knowledge on statistical methodologies, QC Tools and Techniques, problem solving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   methodologies, FMEA, SPC (Core Tools).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Team player, open-minded, with good working attitude, firm in decision making.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Process management through yield and continuous improvement.</a:t>
            </a:r>
          </a:p>
          <a:p>
            <a:pPr lvl="0"/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37495"/>
            <a:ext cx="1524000" cy="91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5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1"/>
            <a:ext cx="12193057" cy="22859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64672" y="2895600"/>
            <a:ext cx="10363028" cy="3631763"/>
          </a:xfrm>
          <a:prstGeom prst="rect">
            <a:avLst/>
          </a:prstGeom>
          <a:gradFill>
            <a:gsLst>
              <a:gs pos="0">
                <a:srgbClr val="00B050"/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</a:gradFill>
          <a:effectLst>
            <a:glow rad="228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Franklin Gothic Book" panose="020B0503020102020204" pitchFamily="34" charset="0"/>
                <a:ea typeface="Tahoma" pitchFamily="34" charset="0"/>
                <a:cs typeface="Andalus" pitchFamily="18" charset="-78"/>
              </a:rPr>
              <a:t>Position: JR. NURSE (3 RN)</a:t>
            </a:r>
          </a:p>
          <a:p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Qualifications/Functions:</a:t>
            </a:r>
          </a:p>
          <a:p>
            <a:pPr>
              <a:lnSpc>
                <a:spcPct val="50000"/>
              </a:lnSpc>
            </a:pPr>
            <a:endParaRPr lang="en-US" sz="2000" dirty="0">
              <a:latin typeface="Franklin Gothic Book" pitchFamily="34" charset="0"/>
              <a:ea typeface="Tahoma" pitchFamily="34" charset="0"/>
              <a:cs typeface="Andalus" pitchFamily="18" charset="-78"/>
            </a:endParaRPr>
          </a:p>
          <a:p>
            <a:pPr lvl="0">
              <a:buFont typeface="Wingdings" pitchFamily="2" charset="2"/>
              <a:buChar char=""/>
            </a:pPr>
            <a:r>
              <a:rPr lang="en-US" sz="2000" b="1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>
                <a:latin typeface="Franklin Gothic Book" pitchFamily="34" charset="0"/>
                <a:cs typeface="Andalus" pitchFamily="18" charset="-78"/>
              </a:rPr>
              <a:t>G</a:t>
            </a:r>
            <a:r>
              <a:rPr lang="en-US" sz="2000" dirty="0" smtClean="0">
                <a:latin typeface="Franklin Gothic Book" pitchFamily="34" charset="0"/>
                <a:cs typeface="Andalus" pitchFamily="18" charset="-78"/>
              </a:rPr>
              <a:t>raduate of BS in Nursing (preferably Registered Nurse)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With or without experienced.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With knowledge in taking vital signs and assess health condition of employees.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Conduct fit to work to employees from sickness and </a:t>
            </a: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m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aternity leave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Handles issuance of medicine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Attend to employees in giving first aid in case of accident/ work related incident/ sickness.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Assist employees to the nearest hospital in case of emergency.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Prepares accident/ work related incident report. </a:t>
            </a:r>
          </a:p>
          <a:p>
            <a:pPr lvl="0">
              <a:buFont typeface="Wingdings" pitchFamily="2" charset="2"/>
              <a:buChar char=""/>
            </a:pPr>
            <a:r>
              <a:rPr lang="en-US" sz="2000" dirty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 </a:t>
            </a:r>
            <a:r>
              <a:rPr lang="en-US" sz="2000" dirty="0" smtClean="0">
                <a:latin typeface="Franklin Gothic Book" pitchFamily="34" charset="0"/>
                <a:ea typeface="Tahoma" pitchFamily="34" charset="0"/>
                <a:cs typeface="Andalus" pitchFamily="18" charset="-78"/>
              </a:rPr>
              <a:t>Monitoring of sick employees.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" y="1755365"/>
            <a:ext cx="1902143" cy="114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8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1"/>
            <a:ext cx="12193057" cy="21335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62000" y="2679680"/>
            <a:ext cx="10668000" cy="341632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Position:  LINE QUALITY CONTROL JR. SUPERVISOR (3)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Qualifications: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lvl="0">
              <a:buFont typeface="Wingdings" pitchFamily="2" charset="2"/>
              <a:buChar char="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raduate of any Engineering or Technical course.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or without experience.  If with experience, should have training related to Supervisory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With experience related to problem solving methodology, customer claims investigation, auditing   </a:t>
            </a:r>
          </a:p>
          <a:p>
            <a:pPr lvl="0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    and reporting.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With knowledge in ISO standard (ISO 9001, IATF 16949).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With knowledge on statistical methodologies, QC Tools and Techniques, problem solving 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   methodologies, acceptance sampling and auditing.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Team player, open-minded, with good working attitude, firm in decision making. </a:t>
            </a:r>
          </a:p>
          <a:p>
            <a:pPr lvl="0"/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5400"/>
            <a:ext cx="1908213" cy="11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7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1"/>
            <a:ext cx="12193057" cy="1676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9" y="1676400"/>
            <a:ext cx="1637948" cy="10275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7800" y="2819400"/>
            <a:ext cx="9829800" cy="2862322"/>
          </a:xfrm>
          <a:prstGeom prst="rect">
            <a:avLst/>
          </a:prstGeom>
          <a:solidFill>
            <a:srgbClr val="9900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Position: PRODUCTION JR. SUPERVISOR (2)</a:t>
            </a:r>
          </a:p>
          <a:p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Qualifications: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  <a:p>
            <a:pPr lvl="0">
              <a:buFont typeface="Wingdings" pitchFamily="2" charset="2"/>
              <a:buChar char=""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raduate of any Engineering and or Technical courses.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or without experience.  If with experience, should have training related to Supervisory 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have a strong personality and strong leadership skills.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Analytical and has the ability to carry out instruction with good results.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good communication skills (oral and written), and high comprehension skills</a:t>
            </a:r>
          </a:p>
          <a:p>
            <a:pPr lvl="0">
              <a:buFont typeface="Wingdings" pitchFamily="2" charset="2"/>
              <a:buChar char="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Computer literate, flexible in any kind of shift/ willing to work under pressure</a:t>
            </a:r>
          </a:p>
          <a:p>
            <a:pPr lvl="0">
              <a:buFont typeface="Wingdings" pitchFamily="2" charset="2"/>
              <a:buChar char="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1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5400" y="2257961"/>
            <a:ext cx="98223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"/>
            </a:pP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Pricon is a Japanese company (subsidiary of Yamaichi Electronic Co. Ltd., Japan)</a:t>
            </a:r>
          </a:p>
          <a:p>
            <a:pPr marL="285750" indent="-285750">
              <a:buFont typeface="Wingdings" panose="05000000000000000000" pitchFamily="2" charset="2"/>
              <a:buChar char=""/>
            </a:pP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Located 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at:</a:t>
            </a: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Factory 1&amp; 2 - #14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Ampere St., LISP 1,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Brgy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Diezmo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Cabuyao City, 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Laguna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Factory 3 is located at LISP 4, </a:t>
            </a:r>
            <a:r>
              <a:rPr lang="en-US" sz="2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Malvar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Batangas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"/>
            </a:pP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may email your 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evalfelor@pricon.ph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priconpmi@gmail.com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"/>
            </a:pP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will be treated with strict confidentiality</a:t>
            </a:r>
            <a:r>
              <a:rPr lang="en-US" sz="2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H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3060</TotalTime>
  <Words>660</Words>
  <Application>Microsoft Office PowerPoint</Application>
  <PresentationFormat>Widescreen</PresentationFormat>
  <Paragraphs>75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Andalus</vt:lpstr>
      <vt:lpstr>Arial</vt:lpstr>
      <vt:lpstr>Calibri</vt:lpstr>
      <vt:lpstr>Franklin Gothic Book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Emma V. Alfelor</dc:creator>
  <cp:lastModifiedBy>Alfelor, Emma V. (Pricon)</cp:lastModifiedBy>
  <cp:revision>211</cp:revision>
  <dcterms:created xsi:type="dcterms:W3CDTF">2019-07-18T23:57:33Z</dcterms:created>
  <dcterms:modified xsi:type="dcterms:W3CDTF">2025-01-07T02:27:47Z</dcterms:modified>
</cp:coreProperties>
</file>